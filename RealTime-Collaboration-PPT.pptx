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0908792" cy="64008"/>
          </a:xfrm>
          <a:prstGeom prst="rect">
            <a:avLst/>
          </a:prstGeom>
          <a:solidFill>
            <a:srgbClr val="F490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Complaint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828800"/>
            <a:ext cx="10908792" cy="50800"/>
          </a:xfrm>
          <a:prstGeom prst="rect">
            <a:avLst/>
          </a:prstGeom>
          <a:solidFill>
            <a:srgbClr val="F49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</a:pPr>
            <a:r>
              <a:rPr sz="3000" b="1">
                <a:solidFill>
                  <a:srgbClr val="000000"/>
                </a:solidFill>
              </a:rPr>
              <a:t>MALLA REDDY ENGINEERING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</a:rPr>
              <a:t>DEPARTMENT OF COMPUTER SCIENCE AND ENGINEERING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</a:rPr>
              <a:t>MAJOR PROJECT REVIEW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00000"/>
                </a:solidFill>
              </a:rPr>
              <a:t>Phase – I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</a:pPr>
            <a:r>
              <a:rPr sz="3200" b="1">
                <a:solidFill>
                  <a:srgbClr val="7B1F1F"/>
                </a:solidFill>
              </a:rPr>
              <a:t>REAL-TIME COLLABORATIVE CODE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000000"/>
                </a:solidFill>
              </a:rPr>
              <a:t>TEAM MEMBERS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</a:rPr>
              <a:t>23J41A05EH   MD. SHOAIB AKTHER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</a:rPr>
              <a:t>23J41A05EJ   SUHASINI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</a:rPr>
              <a:t>24J45A0549   MD. YAKUB PASHA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</a:rPr>
              <a:t>23J41A05FE   ABHINAYA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000000"/>
                </a:solidFill>
              </a:rPr>
              <a:t>UNDER THE GUIDANCE OF: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000000"/>
                </a:solidFill>
              </a:rPr>
              <a:t>Mrs. D. R. VIDYA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000000"/>
                </a:solidFill>
              </a:rPr>
              <a:t>HOD: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38404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000000"/>
                </a:solidFill>
              </a:rPr>
              <a:t>Dr. P. Venkateshwarulu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INTRODUCTION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OBJECTIVE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PROBLEM STATEMENT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PROPOSED METHODOLOGY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EXISTING SYSTEM VS PROPOSED SYSTEM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REAL-TIME COMMUNICATION FLOW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EXPERIMENTAL DETAILS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APPLICATIONS, ADVANTAGES &amp; LIMITATIONS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A Real-Time Collaborative Code Editor is a web platform where multiple developers join one room and write, run and discuss code together live — like Google Docs, but for code.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In remote work and classrooms, developers struggle to collaborate on code: screen-sharing is view-only and setting up shared environments is slow.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This project provides one-click rooms: create a room, share the Room ID, and everyone sees the same VS Code-like editor with instant keystroke sync, shared execution and voice 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To develop a zero-setup platform where users create named rooms and collaborate through a shared Room ID.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To synchronise code across all participants in real time using Socket.io event broadcasting.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To execute JavaScript, Python, Java and C++ inside the editor and share the output with the whole room.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To show live presence — user list, typing indicator, join/leave notifications and voice chat.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To keep rooms ephemeral: automatic cleanup when the last user leaves, with nothing stored.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Remote developers cannot edit code together in real time; screen-share and chat copy-paste are slow and error-prone.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There is no simple way to start a session — cloning repos and granting access takes too long for quick discussions.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No visibility of who is in the session, who is typing, or who left.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Running code together is difficult: outputs stay on one machine instead of being shared.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Manual coordination of interviews, pair-programming and classroom coding wastes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Step 1 – Create / Join Room: user enters name and room name; system generates a UUID Room ID, others join with ID + name.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Step 2 – Live Editing: Monaco Editor captures keystrokes; codeChange events update the server copy and broadcast codeUpdate to the room.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Step 3 – Presence &amp; Voice: joinRoom, userTyping and voice-join events maintain the user list, typing indicator and WebRTC voice roster.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Step 4 – Run &amp; Share: /api/run executes code (JS, Python, Java, C++); runUpdate relays output to everyone in the room.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Step 5 – Auto Cleanup: leaveRoom / disconnect removes the user; wipeEmptyRoom() deletes the room when empty.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00000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377440" cy="91440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819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8046720" cy="9144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527048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Browser A (host)   |   Browser B / C (guests)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41448"/>
            <a:ext cx="2377440" cy="91440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Web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41448"/>
            <a:ext cx="8046720" cy="9144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51176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Home: Create / Join   |   Monaco Editor + Output   |   Voice &amp; Presence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65576"/>
            <a:ext cx="2377440" cy="91440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Socket.io Server (server.mjs)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465576"/>
            <a:ext cx="8046720" cy="9144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575304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Room Manager + roster   |   Code sync broadcast   |   Voice roster (glare-free)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9704"/>
            <a:ext cx="2377440" cy="91440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5429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Code Runner (/api/run)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489704"/>
            <a:ext cx="8046720" cy="9144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599432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JavaScript + Python   |   Java + C++   |   Output relayed to room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13832"/>
            <a:ext cx="2377440" cy="91440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7842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Ephemeral Store (in-memory)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5513832"/>
            <a:ext cx="8046720" cy="9144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56235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rooms: users, code, name   |   Auto-wipe when empty   |   Nothing 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000000"/>
                </a:solidFill>
              </a:rPr>
              <a:t>EXISTING SYSTEM VS PROPOSED SYSTEM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97680"/>
              </a:tblGrid>
              <a:tr h="653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Attribute</a:t>
                      </a:r>
                    </a:p>
                  </a:txBody>
                  <a:tcPr>
                    <a:solidFill>
                      <a:srgbClr val="7B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Existing System</a:t>
                      </a:r>
                    </a:p>
                  </a:txBody>
                  <a:tcPr>
                    <a:solidFill>
                      <a:srgbClr val="7B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Proposed System</a:t>
                      </a:r>
                    </a:p>
                  </a:txBody>
                  <a:tcPr>
                    <a:solidFill>
                      <a:srgbClr val="7B1F1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Joint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Screen-share (view-only), chat paste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Live shared Monaco editor, instant sync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Session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Clone repos, grant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room, share Room ID, join in seconds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Presence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No visibility of 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list, typing indicator, join/leave alerts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Runs on one machine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In-editor run (4 languages), output to room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Voice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Separate call app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Built-in WebRTC voice chat with mute roster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Data after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Stale copies linger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Ephemeral rooms auto-wiped when empty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000000"/>
                </a:solidFill>
              </a:rPr>
              <a:t>REAL-TIME COMMUNICATION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64008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User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463040"/>
            <a:ext cx="2011680" cy="64008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39" y="15361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Socket.io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63040"/>
            <a:ext cx="2011680" cy="64008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5361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Room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63040"/>
            <a:ext cx="2011680" cy="64008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361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User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463040"/>
            <a:ext cx="2011680" cy="640080"/>
          </a:xfrm>
          <a:prstGeom prst="roundRect">
            <a:avLst/>
          </a:prstGeom>
          <a:solidFill>
            <a:srgbClr val="F4902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5361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Code Runner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10698480" cy="621792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1. joinRoom(roomId, username) → userJoined broadcast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0698480" cy="621792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181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2. codeChange → save → codeUpdate to others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58184"/>
            <a:ext cx="10698480" cy="621792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313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3. userTyping → “Asha typing…” indicator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71416"/>
            <a:ext cx="10698480" cy="621792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445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4. runUpdate request → /api/run executes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84648"/>
            <a:ext cx="10698480" cy="621792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5. Output relayed to full room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97880"/>
            <a:ext cx="10698480" cy="621792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971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6. leaveRoom / disconnect → wipe if empty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EXPERIMENTAL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SOFTWARE: Frontend – Next.js 16, React 19, Monaco Editor, Chakra UI, Socket.io-client. Backend – Node.js with Socket.io 4 (server.mjs), /api/run execution service. Tools – VS Code, Git, npm. Deployed on Render / Vercel with Docker support.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HARDWARE: Processor – Intel Core i3 or above. RAM – 8 GB (minimum 4 GB). Disk – 256 GB or above. Internet connection for real-time sync and voice; any modern browser (Chrome, Edge, Firefox).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TESTING: Unit tests for roomId, roomStatus and roomWipe utilities; manual multi-browser room tests for join, sync, run-sharing, voice and auto-cleanup.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APPLICATIONS,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APPLICATIONS: Remote pair programming, live code interviews and assessments, classroom coding workshops, quick team debugging and code sharing.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ADVANTAGES: Zero-setup rooms joined in seconds; true real-time editing with shared output; built-in voice and presence; ephemeral rooms keep data private; modern production-ready stack.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LIMITATIONS: Requires internet for all participants; in-memory rooms do not persist code after sessions; voice quality depends on network; large files with many users need tuning.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A working real-time platform where developers create a room, share an ID, and code together with live sync, shared execution, voice and presence.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Socket.io rooms with ephemeral cleanup plus glare-free WebRTC voice deliver a smooth, private collaboration experience with no setup friction.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000000"/>
                </a:solidFill>
              </a:rPr>
              <a:t>The project demonstrates full-stack skills — Next.js frontend, real-time Node.js backend, editor integration and cloud deployment — and extends naturally to saved projects, auth and multi-file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00000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</a:pPr>
            <a:r>
              <a:rPr sz="4400" b="1">
                <a:solidFill>
                  <a:srgbClr val="00000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</a:pPr>
            <a:r>
              <a:rPr sz="2800" b="0">
                <a:solidFill>
                  <a:srgbClr val="000000"/>
                </a:solidFill>
              </a:rPr>
              <a:t>Queries?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EC Review">
  <a:themeElements>
    <a:clrScheme name="MREC Review">
      <a:dk1>
        <a:srgbClr val="000000"/>
      </a:dk1>
      <a:lt1>
        <a:srgbClr val="FFFFFF"/>
      </a:lt1>
      <a:dk2>
        <a:srgbClr val="1F3864"/>
      </a:dk2>
      <a:lt2>
        <a:srgbClr val="F3F3F3"/>
      </a:lt2>
      <a:accent1>
        <a:srgbClr val="F4902C"/>
      </a:accent1>
      <a:accent2>
        <a:srgbClr val="1F3864"/>
      </a:accent2>
      <a:accent3>
        <a:srgbClr val="7B1F1F"/>
      </a:accent3>
      <a:accent4>
        <a:srgbClr val="4F81BD"/>
      </a:accent4>
      <a:accent5>
        <a:srgbClr val="70AD47"/>
      </a:accent5>
      <a:accent6>
        <a:srgbClr val="FFD966"/>
      </a:accent6>
      <a:hlink>
        <a:srgbClr val="0563C1"/>
      </a:hlink>
      <a:folHlink>
        <a:srgbClr val="954F72"/>
      </a:folHlink>
    </a:clrScheme>
    <a:fontScheme name="MREC 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Complaint Management System</dc:title>
  <dc:subject>PptxGenJS Presentation</dc:subject>
  <dc:creator>Major Project Team</dc:creator>
  <cp:lastModifiedBy>Major Project Team</cp:lastModifiedBy>
  <cp:revision>1</cp:revision>
  <dcterms:created xsi:type="dcterms:W3CDTF">2026-10-11T16:05:01Z</dcterms:created>
  <dcterms:modified xsi:type="dcterms:W3CDTF">2026-10-11T16:05:01Z</dcterms:modified>
</cp:coreProperties>
</file>